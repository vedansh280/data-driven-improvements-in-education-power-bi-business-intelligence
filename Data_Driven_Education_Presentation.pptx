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the project as a Power BI case study analyzing education data across states to support Ministry of Education decision-making.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a data-gap issue, not a performance crisis. Emphasize objectives are about visibility and evidence, not blame.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Teacher Data limitation explicitly — it becomes important later in the Key Findings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card briefly. Emphasize the dataset was already analysis-ready — zero missing values, zero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landing page — walk through the KPI strip first, then the state ranking chart, then the two donut charts on the bottom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near-zero correlation on the attendance scatter — this is a key, slightly counter-intuitive finding to flag to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tooltip example (Kerala = 12.04 average classrooms) as an example of the drill-down interactivity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punchline slide. Emphasize finding #10 as the overarching takeaway before moving to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these mentally into three buckets: data-model fixes, policy actions, and dashboard enhancements.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personal/team upskilling relevant to a BI analyst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forward-looking and aspirational — a natural place to invite questions about scaling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reiterating the project objective was achieved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E5B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2E5B8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IMPROVEMENTS</a:t>
            </a:r>
            <a:endParaRPr lang="en-US" sz="4000" dirty="0"/>
          </a:p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EDUCATION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Business Intelligence Project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Problem, Objectives &amp;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1417320"/>
            <a:ext cx="12188952" cy="5440680"/>
          </a:xfrm>
          <a:prstGeom prst="rect">
            <a:avLst/>
          </a:prstGeom>
          <a:solidFill>
            <a:srgbClr val="DCE8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Ministry of Education lacks a consolidated, evidence-based view of how teaching quality, infrastructure, attendance, and household background jointly influence secondary-school outcomes.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210312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five data sources into one analytical model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each factor's relationship with student scores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state-level disparities needing attention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self-serve interactive dashboard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student performance, attendance, teacher profiles, school infrastructure, socio-economic background (1.65M combined records)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Microsoft Power BI — data modeling, DAX measures, three-page interactive dashboard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documented insights and recommendations for policy and resource-allocation decisions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Improvements in Education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source tables, 1.65 million combined records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6309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ID, Subject,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ID, Month, Attendance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Socio-Economic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ID, School ID, Parent Education, Family 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ID, State, Qualification, Experience, 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Infrastructure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ID, State, Classrooms, Computers, Internet, Library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approximation: Student Performance as the central fact table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Socio-Economic Data join via Student ID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Infrastructure joins via School ID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Data joins only at State level (no direct student/school key)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Improvements in Education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1E3A5F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 Processing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tables loaded and transformed via Power Query prior to modeling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1E3A5F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423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Check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8346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primary keys found across Student, School, and Teacher IDs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1E3A5F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423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28346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null-scan across 1.65M records returned zero missing values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1E3A5F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983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3949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Trim/Clean applied to all text fields; Month standardized to Date type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4160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1E3A5F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438912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26280" y="4983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53949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names and categorical values (Qualification, Income, Education) checked for consistent spelling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Improvements in Education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Executive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3</a:t>
            </a:r>
            <a:endParaRPr lang="en-US" sz="1500" dirty="0"/>
          </a:p>
        </p:txBody>
      </p:sp>
      <p:pic>
        <p:nvPicPr>
          <p:cNvPr id="4" name="Image 0" descr="/home/claude/proj/images/dash1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6949440" cy="3928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17320"/>
            <a:ext cx="4069080" cy="4937760"/>
          </a:xfrm>
          <a:prstGeom prst="rect">
            <a:avLst/>
          </a:prstGeom>
          <a:solidFill>
            <a:srgbClr val="DCE8F5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KPIs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63840" y="1965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Total Students / 100K Total Teachers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Score: 65.92 | Range: 10–100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Attendance: 49.93%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&amp; Filters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0" y="324612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by State (28-state ranking)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by Parent Education Level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coverage: Internet Access &amp; Library (donuts)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State, Subject, Library, Internet Access, Parent Education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Improvements in Education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Teacher &amp; Socio-Economic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3</a:t>
            </a:r>
            <a:endParaRPr lang="en-US" sz="1500" dirty="0"/>
          </a:p>
        </p:txBody>
      </p:sp>
      <p:pic>
        <p:nvPicPr>
          <p:cNvPr id="4" name="Image 0" descr="/home/claude/proj/images/dash2_teacher_soc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6949440" cy="398386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17320"/>
            <a:ext cx="4069080" cy="4937760"/>
          </a:xfrm>
          <a:prstGeom prst="rect">
            <a:avLst/>
          </a:prstGeom>
          <a:solidFill>
            <a:srgbClr val="DCE8F5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Analysis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63840" y="19659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experience nearly identical across B.Ed / M.Ed / Ph.D (~15 years)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teachers have completed training; 30% have not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&amp; Socio-Economic Analysis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0" y="3749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vs. Attendance scatter shows no meaningful relationship (r ≈ 0.0006)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vs. Family Income shows a marginal gradient only (r ≈ 0.0015)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Improvements in Education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Infrastructure &amp; State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3</a:t>
            </a:r>
            <a:endParaRPr lang="en-US" sz="1500" dirty="0"/>
          </a:p>
        </p:txBody>
      </p:sp>
      <p:pic>
        <p:nvPicPr>
          <p:cNvPr id="4" name="Image 0" descr="/home/claude/proj/images/dash3_inf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6949440" cy="39966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17320"/>
            <a:ext cx="4069080" cy="4937760"/>
          </a:xfrm>
          <a:prstGeom prst="rect">
            <a:avLst/>
          </a:prstGeom>
          <a:solidFill>
            <a:srgbClr val="DCE8F5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Analysis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63840" y="19659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Classrooms by State (Kerala leads at 12.04)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Computers by State (West Bengal, Uttar Pradesh lead)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average: 12.02 classrooms and 24.45 computers per school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Analysis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0" y="40690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Cross-filters with the State slicer from Page 1 for consistent comparison across all three pages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Improvements in Education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394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is stable at 65.92/100 across 500,000 students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scores range narrowly: 65.60 (Rajasthan) to 66.19 (Goa)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shows no measurable correlation with score (r = 0.0006)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income shows only a marginal gradient (r = 0.0015)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 and library availability show no measurable score 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09360" y="1554480"/>
            <a:ext cx="5394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qualification does not correspond to differing experience levels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teachers have not completed training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is the only factor with even a weak positive link to state performance (r ≈ 0.17)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key links Teacher Data to individual students or schools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stay in a narrow band across every tested factor — disparities appear diffuse, not concentrated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Improvements in Education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Teacher ID / School ID key to enable individual-level teacher-effectiveness analysis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training completion for the remaining 30% of teachers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root-cause review in Rajasthan, Bihar, and Andhra Pradesh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share practices from Goa, Mizoram, and Himachal Pradesh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 the attendance-performance link on a second data cycle before changing policy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309360" y="155448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performance data beyond Mathematics to Science and English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Median, Standard Deviation, and Outlier-Flag DAX measures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explicit Score-by-Internet-Access and Score-by-Library visuals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infrastructure rollout to remaining schools despite no current score link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data-quality audit before using findings for funding decisions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Improvements in Education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Learnings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1E3A5F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dashboard build: data import, modeling, visuals, publishing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600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233172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trimming, type correction, and consistency validation at scale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600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1E3A5F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7532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75320" y="233172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design, relationship management, and grain limitations in practice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1E3A5F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89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89204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measures (AVERAGE, MAX, MIN, DISTINCTCOUNT) and KPI design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4160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1E3A5F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4389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489204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navigation, slicers, cross-filtering, and layout for stakeholders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4160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1E3A5F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75320" y="4389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489204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chart output into decision-ready insight and recommendations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Improvements in Education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DCE8F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Insights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Copilot-style narrative generation to auto-summarize dashboard changes for non-technical stakeholders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DCE8F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8288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3774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at-risk students using historical score and attendance trends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DCE8F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891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9377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classification model to flag schools likely to underperform, using infrastructure and staffing 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41605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DCE8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3891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Dashboards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49377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student information systems (SIS) for continuously refreshed reporting instead of static extracts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Improvements in Education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E5B8A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21031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delivers a working relational data model, nine core DAX measures, and a three-page interactive dashboard consolidating five previously siloed education data sources into a single evidence base for the Ministry of Education.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shows a system with fairly uniform outcomes rather than sharp, single-cause disparities — with teacher training completion as the one concrete, actionable lever surfaced by the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5029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Improvements in Education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Improvements in Education</dc:title>
  <dc:subject>PptxGenJS Presentation</dc:subject>
  <dc:creator>Business Intelligence Analyst</dc:creator>
  <cp:lastModifiedBy>Business Intelligence Analyst</cp:lastModifiedBy>
  <cp:revision>1</cp:revision>
  <dcterms:created xsi:type="dcterms:W3CDTF">2026-07-02T05:11:34Z</dcterms:created>
  <dcterms:modified xsi:type="dcterms:W3CDTF">2026-07-02T05:11:34Z</dcterms:modified>
</cp:coreProperties>
</file>